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Monitoring Carbon Credit Projects Using Geospatial Technologies: A Machine Learning Based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06600"/>
                </a:solidFill>
              </a:defRPr>
            </a:pPr>
            <a:r>
              <a:t>The Problem</a:t>
            </a:r>
          </a:p>
          <a:p>
            <a:pPr lvl="1">
              <a:defRPr sz="1600"/>
            </a:pPr>
            <a:r>
              <a:t>Carbon credit projects rely on accurate monitoring, reporting, and verification (MRV) to ensure genuine emission reductions.</a:t>
            </a:r>
            <a:br/>
            <a:r>
              <a:t>Traditional monitoring methods—manual field assessments and visual interpretation of satellite images—are costly, inconsistent, and time-consuming.</a:t>
            </a:r>
            <a:br/>
            <a:r>
              <a:t>Lack of affordable, scalable, and transparent methods limits effective verification, especially in developing regions.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06600"/>
                </a:solidFill>
              </a:defRPr>
            </a:pPr>
            <a:r>
              <a:t>Where the Research Is</a:t>
            </a:r>
          </a:p>
          <a:p>
            <a:pPr lvl="1">
              <a:defRPr sz="1600"/>
            </a:pPr>
            <a:r>
              <a:t>The research focuses on automating carbon credit monitoring using GIS and Machine Learning technologies.</a:t>
            </a:r>
            <a:br/>
            <a:r>
              <a:t>• GIS-based change detection tracks deforestation and forest degradation.</a:t>
            </a:r>
            <a:br/>
            <a:r>
              <a:t>• Machine Learning models estimate biomass and classify forest types.</a:t>
            </a:r>
            <a:br/>
            <a:r>
              <a:t>• Objectives: Identify spatial datasets, develop/test GIS-ML framework, align with Verra’s Verified Carbon Standard.</a:t>
            </a:r>
            <a:br/>
            <a:r>
              <a:t>• Outcome: A reproducible, near-real-time monitoring system improving transparency and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